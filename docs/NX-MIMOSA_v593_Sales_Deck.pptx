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Stone Soup</c:v>
                </c:pt>
              </c:strCache>
            </c:strRef>
          </c:tx>
          <c:spPr>
            <a:solidFill>
              <a:srgbClr val="8494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ATC</c:v>
                  </c:pt>
                  <c:pt idx="1">
                    <c:v>Approach</c:v>
                  </c:pt>
                  <c:pt idx="2">
                    <c:v>Fighter</c:v>
                  </c:pt>
                  <c:pt idx="3">
                    <c:v>SAM</c:v>
                  </c:pt>
                  <c:pt idx="4">
                    <c:v>Cruise</c:v>
                  </c:pt>
                  <c:pt idx="5">
                    <c:v>Ballistic</c:v>
                  </c:pt>
                  <c:pt idx="6">
                    <c:v>Orbital</c:v>
                  </c:pt>
                  <c:pt idx="7">
                    <c:v>Reentry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69.98</c:v>
                </c:pt>
                <c:pt idx="1">
                  <c:v>51.21</c:v>
                </c:pt>
                <c:pt idx="2">
                  <c:v>23.6</c:v>
                </c:pt>
                <c:pt idx="3">
                  <c:v>99.91</c:v>
                </c:pt>
                <c:pt idx="4">
                  <c:v>7.39</c:v>
                </c:pt>
                <c:pt idx="5">
                  <c:v>86.33</c:v>
                </c:pt>
                <c:pt idx="6">
                  <c:v>5670.49</c:v>
                </c:pt>
                <c:pt idx="7">
                  <c:v>6077.77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NX-MIMOSA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ATC</c:v>
                  </c:pt>
                  <c:pt idx="1">
                    <c:v>Approach</c:v>
                  </c:pt>
                  <c:pt idx="2">
                    <c:v>Fighter</c:v>
                  </c:pt>
                  <c:pt idx="3">
                    <c:v>SAM</c:v>
                  </c:pt>
                  <c:pt idx="4">
                    <c:v>Cruise</c:v>
                  </c:pt>
                  <c:pt idx="5">
                    <c:v>Ballistic</c:v>
                  </c:pt>
                  <c:pt idx="6">
                    <c:v>Orbital</c:v>
                  </c:pt>
                  <c:pt idx="7">
                    <c:v>Reentry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32.2</c:v>
                </c:pt>
                <c:pt idx="1">
                  <c:v>20.62</c:v>
                </c:pt>
                <c:pt idx="2">
                  <c:v>7.79</c:v>
                </c:pt>
                <c:pt idx="3">
                  <c:v>11.37</c:v>
                </c:pt>
                <c:pt idx="4">
                  <c:v>3.88</c:v>
                </c:pt>
                <c:pt idx="5">
                  <c:v>51.04</c:v>
                </c:pt>
                <c:pt idx="6">
                  <c:v>105.14</c:v>
                </c:pt>
                <c:pt idx="7">
                  <c:v>483.48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NX-MIMOSA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v5.9.3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Multi-Domain Radar Tracker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Targets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18/19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83464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Wins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8.6×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93776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Stone Soup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519ms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04088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Nexellum d.o.o. — Dr. Mladen Mešter — mladen@nexellum.com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353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engineers × 12–18 months = $1.5M–$2.5M loaded cost for basic tracking. Before intelligence.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2677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intelligence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trackers provide filtering only. No platform ID, no ECM detection, no intent prediction.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76809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182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friction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Soup requires assembly. MATLAB locks you in at $5K/seat/yr. Neither ships NATO outputs.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096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Unproven at scale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benchmarks rarely exceed 50 targets. Real deployments need 500–1,000+ simultaneous tracks.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Benchmark: 761 Aircraft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OpenSky Network ADS-B • Central Europe • February 2026 • No synthetic data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828800" cy="1188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Targets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234440"/>
            <a:ext cx="1828800" cy="1188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99.8%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234440"/>
            <a:ext cx="1828800" cy="1188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519ms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Scan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234440"/>
            <a:ext cx="1828800" cy="1188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04088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Jets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51760"/>
          <a:ext cx="76809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1280160"/>
                <a:gridCol w="731520"/>
                <a:gridCol w="82296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ICAO24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KF RMS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4784c2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NSZ21U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FL340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 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ae123a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RCH4539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USAF AMC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FL360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 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 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3b776f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CTM2004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French AF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FL305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397 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 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48d960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PLF105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Polish AF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FL182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 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 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479227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NSZ3YT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FL162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 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 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4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4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207m (1.17×)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19-Scenario Benchmark: 18 Wins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= 42 • RMS position error (metres) • Lower is better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Average: </a:t>
            </a:r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100.26 m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vs 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865.66 m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= </a:t>
            </a:r>
            <a:pPr indent="0" marL="0">
              <a:buNone/>
            </a:pPr>
            <a:r>
              <a:rPr lang="en-US" sz="1400" b="1" dirty="0">
                <a:solidFill>
                  <a:srgbClr val="F4A623"/>
                </a:solidFill>
              </a:rPr>
              <a:t>8.6× improvement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Honest: S15 lost by 1 cm. IMM vs single-model KF — cruise-flight 1.1–2.2× is the fair metric.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Capabilities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98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6-model IMM, EKF, UKF, Particle Filter, GM-PHD, CPHD, LMB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664208"/>
            <a:ext cx="76809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956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(speed), JPDA (dense clutter), MHT N-scan (crossing targets)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22576"/>
            <a:ext cx="768096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68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15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platform types, 30+ military forces, 5 ECM types, 16 intents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980944"/>
            <a:ext cx="76809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26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2735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sensor types, T2TA, covariance intersection, OOSM, bias estimation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639312"/>
            <a:ext cx="768096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85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931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ASTERIX Cat048 + Link-16 J3.2, dual-mode, GOSPA/OSPA/NEES/SIAP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297680"/>
            <a:ext cx="76809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434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5902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 or pip install, zero deps beyond NumPy/SciPy, PyPI ready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Comparison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4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NX-MIMOSA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 Soup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MATLAB SFT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6-model IMM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EKF / UKF (polar)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GM-PHD / CPHD / LMB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(+GLMB)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Multi-sensor fusion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T2TA+CI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feeders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ID (111)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Military ICAO ID (30+)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ECM detection (5)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prediction (16)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ASTERIX / Link-16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Dual-mode output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OOSM handling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761-target live 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published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6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AGPL / $50K+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(Apache-2)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~$5K/yr/seat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intelligence features no competitor offers. Stone Soup stronger for research (GLMB, plugins). MATLAB stronger for certification (DO-254 via Coder).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a Script. A Library.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11,493 lines • 9 modules • 62 classes • 340 tests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73152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nx_mimosa_mtt.py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49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tracker — filters, association, metrics, RFS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nx_mimosa_intent_classifier.py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49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+ intent + ECM classifier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nx_mimosa_v40_sentinel.py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49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 pipeline (tracker + intelligence)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nx_mimosa_intelligence.py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49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 (classification → intent → threat)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nx_mimosa_coords.py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49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 transforms (WGS-84/ECEF/ENU/polar)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nx_mimosa_fusion.py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49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Multi-sensor fusion engine (6 sensor types)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nx_mimosa_datasets.py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49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adapters (nuScenes/CARLA/RADIATE/CSV)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nx_mimosa_v33_dual_mode.py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49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Dual-mode output (display + fire control)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nx_mimosa_v33_driver.py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49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 register driver (SystemVerilog bridge)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Licensing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65960" cy="292608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19659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tracker, all algorithms, AGPL v3. Use freely, share derivatives.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65960" cy="292608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097280"/>
            <a:ext cx="1965960" cy="73152"/>
          </a:xfrm>
          <a:prstGeom prst="rect">
            <a:avLst/>
          </a:prstGeom>
          <a:solidFill>
            <a:srgbClr val="1B6FC2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325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1691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6F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$50,000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43200" y="22860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 + IMM + coords + GOSPA. Private mods. 12 months support.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1965960" cy="292608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196596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25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691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$150,000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92040" y="22860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 + fusion, platform ID, ECM, intent, military ID, ASTERIX, Link-16.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1097280"/>
            <a:ext cx="1965960" cy="292608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097280"/>
            <a:ext cx="1965960" cy="73152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325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1691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$350,000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040880" y="22860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+ FPGA SystemVerilog, DO-254 cert support, integration engineering.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vs. buy: 3–5 engineers × 12–18 months = $1.5M–$2.5M in-house. Basic tracking only — before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23444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1247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v5.9.3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1124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LMB, 62 classes, 11,493 LOC, 340 tests, PyPI package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1247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14984" y="1435608"/>
            <a:ext cx="0" cy="41148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856232"/>
            <a:ext cx="201168" cy="201168"/>
          </a:xfrm>
          <a:prstGeom prst="ellipse">
            <a:avLst/>
          </a:prstGeom>
          <a:solidFill>
            <a:srgbClr val="1B6FC2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746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v5.9.4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1746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 live (pip install nx-mimosa), API docs on ReadTheDocs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0" y="1746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6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14984" y="2057400"/>
            <a:ext cx="0" cy="41148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478024"/>
            <a:ext cx="201168" cy="201168"/>
          </a:xfrm>
          <a:prstGeom prst="ellipse">
            <a:avLst/>
          </a:prstGeom>
          <a:solidFill>
            <a:srgbClr val="1B6FC2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23682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v6.0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3682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core — target &lt; 50 ms at 1,000 simultaneous tracks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23682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6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14984" y="2679192"/>
            <a:ext cx="0" cy="41148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09981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2990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v6.1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29900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proof-of-concept (Xilinx Versal AI Core)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29900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4984" y="3300984"/>
            <a:ext cx="0" cy="41148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372160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1280160" y="3611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v6.2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0" y="3611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Multi-radar track fusion service (distributed)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3611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14984" y="3922776"/>
            <a:ext cx="0" cy="41148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343400"/>
            <a:ext cx="201168" cy="201168"/>
          </a:xfrm>
          <a:prstGeom prst="ellipse">
            <a:avLst/>
          </a:prstGeom>
          <a:solidFill>
            <a:srgbClr val="F4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1280160" y="4233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v7.0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286000" y="42336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DO-254 certification path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42336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Talk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is reproducible.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benchmarks or ask us to demonstrate.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Mladen Mešter — Nexellum d.o.o., Zagreb, Croatia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mladen@nexellum.com · +385 99 737 5100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github.com/mladen1312/nx-mimosa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nx-mimosa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NX-MIMOSA v5.9.3 — Multi-Target Tracker for Defence Radar</dc:title>
  <dc:subject>PptxGenJS Presentation</dc:subject>
  <dc:creator>Dr. Mladen Mešter</dc:creator>
  <cp:lastModifiedBy>Dr. Mladen Mešter</cp:lastModifiedBy>
  <cp:revision>1</cp:revision>
  <dcterms:created xsi:type="dcterms:W3CDTF">2026-02-07T15:37:59Z</dcterms:created>
  <dcterms:modified xsi:type="dcterms:W3CDTF">2026-02-07T15:37:59Z</dcterms:modified>
</cp:coreProperties>
</file>